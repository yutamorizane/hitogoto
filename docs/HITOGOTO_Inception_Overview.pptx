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HITOGOTO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31520" y="210312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～しらんけどエージェント～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31089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Inception Phase 概要説明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Summit Japan 2026 Hackathon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2834640"/>
            <a:ext cx="2286000" cy="54864"/>
          </a:xfrm>
          <a:prstGeom prst="rect">
            <a:avLst/>
          </a:prstGeom>
          <a:solidFill>
            <a:srgbClr val="F96167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サービスコンセプト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7680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「責任はAIのせい。でも、手柄は人間のもの('ω')ノ」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会議で言いづらいこと・言われたくないことを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AIが代弁。間違ってもAIのせい、称賛されれば人間の手柄。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テーマ「人をダメにするソフトウェア」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本来人間が負うべきストレスをAIに肩代わりさせ、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ダメ人間に近づいていく体験を提供する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解決する課題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657600" cy="34747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371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心理的力学の構造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920240"/>
            <a:ext cx="32918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聞く側 = 強い立場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言う側 = 弱い立場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この非対称な力学が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発言者にストレスを生む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657600" cy="347472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371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AIによる構造転換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920240"/>
            <a:ext cx="329184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AIが「言う側」を引き受ける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ユーザーは承認者の立場に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責任帰属がAIに移る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心理的負担ゼロへ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主要機能（MVP）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FR-001: AI代弁機能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しらんけどモード / 責任帰属切替 / 参加者調整 / 自動承認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FR-002: リアルタイム音声文字起こし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FR-003: AIフォロー・即時リカバリー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FR-004: AI提案モード切替（4モード + 自動推奨）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FR-005: ユーザー認証（Cognito）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FR-006: WebSocketリアルタイム通信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FR-007: 会議セッション管理 + サマリ自動生成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FR-012: ダメ人間度メーター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テーマ適合性の核心。使うほどダメになる体験を可視化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技術スタック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97280"/>
          <a:ext cx="7680960" cy="3657600"/>
        </p:xfrm>
        <a:graphic>
          <a:graphicData uri="http://schemas.openxmlformats.org/drawingml/2006/table">
            <a:tbl>
              <a:tblPr/>
              <a:tblGrid>
                <a:gridCol w="2286000"/>
                <a:gridCol w="53949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レイヤー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技術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フロントエンド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Vite + React + TypeScript + Zustand + Serendie DS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AI処理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Amazon Bedrock (Claude)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音声処理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Amazon Transcribe Streaming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 Gateway (REST + WebSocket)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コンピュート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AWS Lambda (Python)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データ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Amazon DynamoDB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認証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Amazon Cognito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インフラ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AWS CDK (Python) + CloudFront + S3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テスト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pytest + Hypothesis / Vitest + fast-check (PBT)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アーキテクチャ概要（4ユニット構成）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657600" cy="1463040"/>
          </a:xfrm>
          <a:prstGeom prst="rect">
            <a:avLst/>
          </a:prstGeom>
          <a:solidFill>
            <a:srgbClr val="DBEAFE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1280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UOW-1: フロントエンド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React SPA / 音声取得 / WebSocket / Zustand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3657600" cy="1463040"/>
          </a:xfrm>
          <a:prstGeom prst="rect">
            <a:avLst/>
          </a:prstGeom>
          <a:solidFill>
            <a:srgbClr val="FEE2E2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0" y="1280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UOW-2: AI処理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0" y="164592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Bedrock / プロンプト管理 / 代弁・リカバリー・サマリ生成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926080"/>
            <a:ext cx="3657600" cy="1463040"/>
          </a:xfrm>
          <a:prstGeom prst="rect">
            <a:avLst/>
          </a:prstGeom>
          <a:solidFill>
            <a:srgbClr val="D1FAE5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" y="30175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UOW-3: データ・セッション管理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338328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DynamoDB / Cognito / CRUD / ダメ人間度算出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54880" y="2926080"/>
            <a:ext cx="3657600" cy="1463040"/>
          </a:xfrm>
          <a:prstGeom prst="rect">
            <a:avLst/>
          </a:prstGeom>
          <a:solidFill>
            <a:srgbClr val="FEF3C7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301752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UOW-4: インフラ+リアルタイム基盤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46320" y="338328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</a:rPr>
              <a:t>CDK / WebSocket管理 / Transcribe / CI/CD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デモシナリオ（3分）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629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118872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しらんけどモードでAIに代弁させる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10312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629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210312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相手が反論 → AIが即時リカバリー案を提示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301752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629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301752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ユーザー承認 → AIが責任を引き受け議論前進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3931920"/>
            <a:ext cx="457200" cy="45720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629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3931920"/>
            <a:ext cx="7040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会議終了 → ダメ人間度+1 ★★★☆☆ 表示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開発スケジュール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768096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1371600"/>
                <a:gridCol w="40233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マイルストーン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期限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内容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Inception完了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5/10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要件定義 + 設計 + プレスリリース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MVPデモ完了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5/30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1機能の動作デモ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チーム構成: 4人（機能横断・ストーリー単位で担当）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31520" y="3474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開発方針: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モノレポ構成 / Lambda関数単位で分離 / PBT完全適用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将来のBedrock AgentCore移行を見据えた疎結合設計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6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PHASE に突入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Functional Design（ビジネスロジック詳細設計）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NFR Requirements（性能・テスト要件確定）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NFR Design（非同期パターン設計）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Infrastructure Design（CDKスタック設計）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Code Generation（実装）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Build and Test（ビルド・テスト・デプロイ）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目標: 5/30 MVPデモ完成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HITOGOTO ～しらんけどエージェント～ Inception概要</dc:title>
  <dc:subject>PptxGenJS Presentation</dc:subject>
  <dc:creator>HITOGOTO Team</dc:creator>
  <cp:lastModifiedBy>HITOGOTO Team</cp:lastModifiedBy>
  <cp:revision>1</cp:revision>
  <dcterms:created xsi:type="dcterms:W3CDTF">2026-05-07T10:11:43Z</dcterms:created>
  <dcterms:modified xsi:type="dcterms:W3CDTF">2026-05-07T10:11:43Z</dcterms:modified>
</cp:coreProperties>
</file>