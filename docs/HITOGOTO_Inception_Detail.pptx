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HITOGOTO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～しらんけどエージェント～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2286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Inception Phase 詳細説明資料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AWS Summit Japan 2026 Hackathon | 4人チーム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サービスコンセプト・ビジネスインテント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解決する課題と構造転換メカニズム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ユーザーロール・ペルソナ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Phase 1 機能要件（MVP）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ユーザーストーリー（Phase 1）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技術スタック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アーキテクチャ・コンポーネント設計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サービス層設計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ユニット分割・ディレクトリ構成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デモシナリオ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開発スケジュール・チーム方針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将来展望（Phase 2/3・AgentCore移行）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サービスコンセプト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ビジネスインテント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サービスコンセプト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「責任はAIのせい。でも、手柄は人間のもの('ω')ノ」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会議（審議/議論系）において、言いづらいこと・言われたくないことを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AIを介して代弁してもらうことで、対人ストレスを軽減する。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AIが発言したものとして扱うことで: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間違っていても → AIのせいにできる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批判されても → AIのせいにできる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称賛されれば → 人間の手柄にできる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都合の良いところどりが人をダメにする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ビジネスインテント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観点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既存ツール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HITOGOTO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主な機能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記録・要約・文字起こし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代弁・責任帰属切替・即時リカバリー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ユーザーの立場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発言者のまま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承認者の立場に転換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ストレス軽減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議事録作成の手間軽減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対人ストレスそのものを構造的に軽減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責任帰属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発言者に帰属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AIに切替可能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独自価値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生産性向上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心理的安全性の構造的担保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解決する課題と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構造転換メカニズム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課題の構造（心理的力学）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3657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ストレスの3類型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言いづらいストレス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 関係性を損ねるリスク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批判されるかもしれないストレス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 評価・立場への影響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責任を負わされるストレス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 発言内容への個人帰属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3657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具体的な場面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後輩指導で厳しく言う場面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声が大きい人との交渉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不具合報告で責められる場面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初対面で相手が不明な場面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会議で皆が無反応な場面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対象会議体: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承認会議 / 不具合報告 / 提案会議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なぜAIで解決できるのか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心理的立場の構造的転換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AIが「言う側」を引き受ける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ユーザーは「AIに指示を出す側（承認者）」の立場に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相手もAIに対しては「聞く側」になる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AIの発言に対して人間は常に上位の立場を取れる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責任帰属がAIに移る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間違ってもAIのせい、正しければ人間の手柄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人間の仲介者（秘書等）では不可能な「責任の完全な切り離し」を実現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ユーザーロール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ペルソナ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ペルソナ定義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84048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P-001: 田中 健太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主催者ロール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32歳 / PL / 入社8年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技術力高いが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コミュニケーション苦手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ストレス源: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上司への報告時の不安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不具合報告で責められる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743200" cy="384048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P-002: 鈴木 美咲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承認者ロール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45歳 / マネージャー / 入社20年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決断力あるが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厳しい指摘に負担感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ストレス源: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差戻しで部下の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モチベーション低下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743200" cy="384048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P-003: 佐藤 翔太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オブザーバロール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26歳 / Jr.エンジニア / 入社3年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真面目だが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発言に自信がない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ストレス源: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発言タイミング不明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的外れを恐れる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Phase 1 機能要件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（MVP）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FR-001: AI代弁機能（最重要）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コア機能（14サブ項目）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テキスト入力 / 音声ウィスパー / 定型文で代弁内容を指定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AIが文脈+参加者特性を考慮し表現を動的調整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承認フロー（自動承認モードあり）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「AIによる発言」の明示 + 免責表示「しらんけど」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配信後の訂正・上書き（最終上書き権限）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責任帰属の双方向切替（AI↔自分）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宛先指定（参加者に最適化された表現生成）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しらんけどモード: AIがより大胆・率直に発言。責任は完全にAI帰属。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FR-002〜004: 音声・フォロー・モード切替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FR-002: リアルタイム音声文字起こし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マイク入力 + Screen Capture API → Transcribe Streaming（2秒以内）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話者識別（自分/相手）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FR-003: AIフォロー・提案・即時リカバリー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質問への一次回答案 / リスク表現の緩和案 / 補足・反論対応案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相手の反応検知 → 即時リカバリー案（3秒以内）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FR-004: AI提案モード切替（4モード）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代弁 / フォロー / 言い換え / しらんけど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ワンクリック切替 + AIによるモード自動推奨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各モードの責任帰属レベルが明示される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FR-005〜007, FR-012: 認証・通信・セッション・ダメ人間度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FR-005: ユーザー認証（Cognito）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サインアップ / ログイン / セッション管理 / パスワードリセット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FR-006: WebSocketリアルタイム通信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接続確立・維持 / AI応答ストリーミング配信 / 自動再接続（500ms以内）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FR-007: 会議セッション管理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開始・終了 / 参加者プロファイル入力 / 履歴保存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会議後サマリ・意思決定ログ・次アクション自動生成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FR-012: ダメ人間度メーター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AI代弁利用回数 / AI任せ割合 / レベル表示（★）/ 推移グラフ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会議終了後「ダメ人間度+1」演出 / 責任引き受け履歴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ユーザーストーリー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（Phase 1）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主催者ストーリー（P-001: 田中健太）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3840480"/>
        </p:xfrm>
        <a:graphic>
          <a:graphicData uri="http://schemas.openxmlformats.org/drawingml/2006/table">
            <a:tbl>
              <a:tblPr/>
              <a:tblGrid>
                <a:gridCol w="1097280"/>
                <a:gridCol w="512064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ストーリー名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AI代弁案の生成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代弁案の承認と発信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責任帰属の双方向切替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しらんけどモードでの大胆発言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配信済み内容の訂正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即時リカバリー案の受領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会議セッションの開始と参加者設定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会議後サマリの確認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参加者に応じた発言内容の動的調整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AIによる質問応答・表現緩和・補足提案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承認者・共通ストーリー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承認者（P-002: 鈴木美咲）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1280160"/>
        </p:xfrm>
        <a:graphic>
          <a:graphicData uri="http://schemas.openxmlformats.org/drawingml/2006/table">
            <a:tbl>
              <a:tblPr/>
              <a:tblGrid>
                <a:gridCol w="1097280"/>
                <a:gridCol w="512064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ストーリー名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AI代弁内容の事前確認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代弁内容の修正指示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部下のAI利用状況モニタリング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共通ストーリー</a:t>
            </a:r>
            <a:endParaRPr lang="en-US" sz="14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108960"/>
          <a:ext cx="768096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5120640"/>
                <a:gridCol w="914400"/>
              </a:tblGrid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ストーリー名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ユーザー登録・ログイン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プロフィール設定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利用履歴の確認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リアルタイム音声文字起こし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ダメ人間度メーターの確認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WebSocket通信の確立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同意取得フロー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多言語対応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通知設定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2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US-033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データエクスポート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技術スタック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技術スタック詳細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カテゴリ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フロントエンド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TypeScript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SPA構築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ビルドツール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Tailwind CSS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スタイリング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Zustand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状態管理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バックエンド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Lambda (Python)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API処理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Bedrock (Claude)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AI推論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Transcribe Streaming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音声文字起こし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 WebSocket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リアルタイム通信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DynamoDB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データストア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認証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インフラ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CDK (Python)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CloudFront + S3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フロントエンド配信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Codeシリーズ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アーキテクチャ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コンポーネント設計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コンポーネント一覧（4ユニット / 24コンポーネント）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548640"/>
                <a:gridCol w="5120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ユニット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主要コンポーネント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UOW-1: フロントエンド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会議画面、音声キャプチャ、WebSocket接続、状態管理、承認UI、モード切替、ダメ人間度表示、通知、セッション管理、設定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UOW-2: AI処理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プロンプトマネージャー、代弁案ジェネレーター、リカバリー案ジェネレーター、サマリジェネレーター、モード推奨エンジン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UOW-3: データ・認証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ユーザー管理、会議セッション、発言履歴、ダメ人間度計算、同意管理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UOW-4: インフラ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CDKスタック、WebSocket接続マネージャー、音声処理ブリッジ、CI/CDパイプライン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サービス層設計（6サービス）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3200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サービス名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処理フロー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代弁サービス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入力 → プロンプト生成 → AI生成 → 承認 → 記録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リカバリーサービス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反応検知 → リカバリー案生成 → プッシュ通知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会議セッションサービス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開始 → 進行管理 → 終了 → サマリ生成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認証サービス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認証 → トークン発行 → 一時認証情報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リアルタイム通信サービス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接続確立 → イベント配信 → 再接続管理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S-006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文字起こしサービス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音声受信 → テキスト蓄積 → 文脈提供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9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ユニット分割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ディレクトリ構成</a:t>
            </a:r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モノレポ構成（Lambda関数単位分離）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hitogoto/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                    (UOW-1: React SPA)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src/components/          会議画面・承認UI・モード切替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src/hooks/               WebSocket・音声キャプチャ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src/stores/              Zustand状態管理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src/services/            API通信層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functions/               (14 Lambda関数)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generate-advocacy/   代弁案生成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generate-recovery/   リカバリー案生成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ws-connect/          WebSocket接続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ws-message/          メッセージ処理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...                  その他10関数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shared/                  (共通ライブラリ)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infra/                       (UOW-4: CDKスタック)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96167"/>
                </a:solidFill>
              </a:rPr>
              <a:t>10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デモシナリオ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開発スケジュール</a:t>
            </a:r>
            <a:endParaRPr lang="en-US" sz="3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デモシナリオ（4ステップ）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640080" cy="64008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しらんけどモードでAIに代弁させる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相手が反論 → AIが即時リカバリー案提示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ユーザー承認 → AIが責任引き受け議論前進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640080" cy="6400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629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会議終了 → ダメ人間度+1  ★★★☆☆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開発スケジュール・将来展望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マイルストーン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475488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マイルストーン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Inception完了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要件定義・設計・ユニット分割完了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MVPデモ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1コア機能の動作デモ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4688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2（次期開発）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パーソナルDB、ゲーミフィケーション強化、依存度エスカレーション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3（将来構想）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デジタルツイン、ネットワーキング支援、組織横断AI代弁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将来: Amazon Bedrock AgentCore移行パス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エージェント型アーキテクチャへの段階的移行を計画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HITOGOTO Inception 詳細版</dc:title>
  <dc:subject>PptxGenJS Presentation</dc:subject>
  <dc:creator>HITOGOTO Team</dc:creator>
  <cp:lastModifiedBy>HITOGOTO Team</cp:lastModifiedBy>
  <cp:revision>1</cp:revision>
  <dcterms:created xsi:type="dcterms:W3CDTF">2026-05-07T10:59:12Z</dcterms:created>
  <dcterms:modified xsi:type="dcterms:W3CDTF">2026-05-07T10:59:12Z</dcterms:modified>
</cp:coreProperties>
</file>