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HITOGOTO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～しらんけどエージェント～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18288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346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責任はAIのせい。でも、手柄は人間のもの('ω')ノ</a:t>
            </a:r>
            <a:endParaRPr lang="en-US" sz="1400" dirty="0"/>
          </a:p>
        </p:txBody>
      </p:sp>
      <p:pic>
        <p:nvPicPr>
          <p:cNvPr id="6" name="Image 0" descr="C:\Users\MS23151\Desktop\rens\AI-DLCdemoVer3\docs\press-images\hero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457200"/>
            <a:ext cx="4114800" cy="4114800"/>
          </a:xfrm>
          <a:prstGeom prst="rect">
            <a:avLst/>
          </a:prstGeom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会議のストレスを「他人事」にする新サービス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会議中に言いづらいこと・言われたくないことをAIが代弁。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発言は「AIの見解」として明示されるため、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間違ってもAIのせい、称賛されれば人間の手柄。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心理的安全性を構造的に担保する、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まったく新しいコミュニケーション支援サービスである。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解決する課題</a:t>
            </a:r>
            <a:endParaRPr lang="en-US" sz="2600" dirty="0"/>
          </a:p>
        </p:txBody>
      </p:sp>
      <p:pic>
        <p:nvPicPr>
          <p:cNvPr id="3" name="Image 0" descr="C:\Users\MS23151\Desktop\rens\AI-DLCdemoVer3\docs\press-images\stress-f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114800" cy="3474720"/>
          </a:xfrm>
          <a:prstGeom prst="rect">
            <a:avLst/>
          </a:prstGeom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ストレスの3類型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846320" y="17373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言いづらい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正論でも角が立つ指摘、反対意見の表明が困難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批判される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発言内容への人格攻撃、的外れな反論への恐怖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責任を負わされる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提案者＝実行者という暗黙の圧力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なぜAIで解決できるのか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心理的立場の構造的転換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60320" cy="2743200"/>
          </a:xfrm>
          <a:prstGeom prst="roundRect">
            <a:avLst>
              <a:gd name="adj" fmla="val 1786"/>
            </a:avLst>
          </a:prstGeom>
          <a:solidFill>
            <a:srgbClr val="DBEA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AIが「言う側」を引き受ける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ユーザーは承認者の立場に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645920"/>
            <a:ext cx="2560320" cy="2743200"/>
          </a:xfrm>
          <a:prstGeom prst="roundRect">
            <a:avLst>
              <a:gd name="adj" fmla="val 1786"/>
            </a:avLst>
          </a:prstGeom>
          <a:solidFill>
            <a:srgbClr val="FEE2E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23774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相手もAIに対しては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「聞く側」に回る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2560320" cy="2743200"/>
          </a:xfrm>
          <a:prstGeom prst="roundRect">
            <a:avLst>
              <a:gd name="adj" fmla="val 1786"/>
            </a:avLst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3774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責任帰属がAIに移る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心理的負担ゼロへ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主要機能：AI代弁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しらんけどモード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AIが「しらんけど」と前置きして代弁。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責任を曖昧にしつつ本音を伝える。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責任帰属 双方向切替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AI発言 ↔ 人間発言を自在に切り替え。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手柄は人間、失敗はAIに帰属させる。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自動承認モード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AIの提案を自動で承認し、会議を加速。</a:t>
            </a:r>
            <a:endParaRPr lang="en-US" sz="1300" dirty="0"/>
          </a:p>
        </p:txBody>
      </p:sp>
      <p:pic>
        <p:nvPicPr>
          <p:cNvPr id="4" name="Image 0" descr="C:\Users\MS23151\Desktop\rens\AI-DLCdemoVer3\docs\press-images\shirankedo-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914400"/>
            <a:ext cx="3931920" cy="3657600"/>
          </a:xfrm>
          <a:prstGeom prst="rect">
            <a:avLst/>
          </a:prstGeom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対象ユーザー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2011680"/>
          </a:xfrm>
          <a:prstGeom prst="roundRect">
            <a:avLst>
              <a:gd name="adj" fmla="val 227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ターゲットユーザー像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中堅〜若手ビジネスパーソン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会議で発言を躊躇しがちな層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管理職層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部下への指摘に気を遣う層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2011680"/>
          </a:xfrm>
          <a:prstGeom prst="roundRect">
            <a:avLst>
              <a:gd name="adj" fmla="val 227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想定利用シーン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設計レビュー（技術的指摘）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障害報告（責任追及の回避）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予算承認（反対意見の表明）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1on1（率直なフィードバック）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/ Zoom等のオンライン会議と併用して利用する想定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利用開始方法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011680" cy="292608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0160" y="1371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アカウント登録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メールアドレスで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簡単サインアップ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188720"/>
            <a:ext cx="2011680" cy="2926080"/>
          </a:xfrm>
          <a:prstGeom prst="roundRect">
            <a:avLst>
              <a:gd name="adj" fmla="val 2273"/>
            </a:avLst>
          </a:prstGeom>
          <a:solidFill>
            <a:srgbClr val="FEE2E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371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参加者設定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6517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会議参加者の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ロールを設定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188720"/>
            <a:ext cx="2011680" cy="2926080"/>
          </a:xfrm>
          <a:prstGeom prst="roundRect">
            <a:avLst>
              <a:gd name="adj" fmla="val 2273"/>
            </a:avLst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0" y="1371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Teams併用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オンライン会議と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同時に起動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1188720"/>
            <a:ext cx="2011680" cy="2926080"/>
          </a:xfrm>
          <a:prstGeom prst="roundRect">
            <a:avLst>
              <a:gd name="adj" fmla="val 2273"/>
            </a:avLst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863840" y="1371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代弁指示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26517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AIに伝えたい内容を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入力するだけ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お客様の声（想定）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3716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「設計レビューで指摘しづらかった問題点を、AIが代わりに言ってくれるので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チーム全体の議論の質が上がった。しかも責任はAIだから気が楽。」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ITプロジェクトリーダー（32歳）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768096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32004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「部下へのフィードバックが苦手だったが、AIが客観的に伝えてくれるので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関係性を壊さずに改善点を共有できるようになった。」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4206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開発部門マネージャー（45歳）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今後の展開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274320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パーソナルDB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過去の発言傾向を学習し精度向上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ゲーミフィケーション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ダメ人間度ランキング・称号システム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依存度エスカレーション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使いすぎ警告と自立支援モード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274320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デジタルツイン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ユーザーの分身AIが会議に自動参加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ネットワーキング支援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社外会議でのアイスブレイク代行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Summit Japan 2026 Hackathon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HITOGOTO プレスリリース</dc:title>
  <dc:subject>PptxGenJS Presentation</dc:subject>
  <dc:creator>HITOGOTO Team</dc:creator>
  <cp:lastModifiedBy>HITOGOTO Team</cp:lastModifiedBy>
  <cp:revision>1</cp:revision>
  <dcterms:created xsi:type="dcterms:W3CDTF">2026-05-08T08:32:02Z</dcterms:created>
  <dcterms:modified xsi:type="dcterms:W3CDTF">2026-05-08T08:32:02Z</dcterms:modified>
</cp:coreProperties>
</file>